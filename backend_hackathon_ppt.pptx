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0013" autoAdjust="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2CD706-692D-4CC5-8E15-25FE7B5F677F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9E0B3E-6314-468A-B707-F0569439EA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0762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3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64027" y="2187019"/>
            <a:ext cx="4407973" cy="15696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  <a:latin typeface="Aptos"/>
              </a:rPr>
              <a:t>COMMUNITY
BLOOD DONATION
CAMPAIGN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0" y="4212294"/>
            <a:ext cx="4583062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 dirty="0">
                <a:solidFill>
                  <a:srgbClr val="EC6669"/>
                </a:solidFill>
                <a:latin typeface="Aptos"/>
              </a:rPr>
              <a:t>PROJECT PRESENTATION</a:t>
            </a:r>
            <a:r>
              <a:rPr lang="en-IN" sz="1600" b="1" i="0" dirty="0">
                <a:solidFill>
                  <a:srgbClr val="EC6669"/>
                </a:solidFill>
                <a:latin typeface="Aptos"/>
              </a:rPr>
              <a:t>  BY : </a:t>
            </a:r>
            <a:endParaRPr sz="1600" b="1" i="0" dirty="0">
              <a:solidFill>
                <a:srgbClr val="EC6669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28701" y="4580912"/>
            <a:ext cx="4777879" cy="140038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IN" dirty="0">
                <a:solidFill>
                  <a:srgbClr val="FFFFFF"/>
                </a:solidFill>
                <a:latin typeface="Aptos"/>
              </a:rPr>
              <a:t>Puram Dhikshitha Reddy –25MVCSMR0164</a:t>
            </a:r>
          </a:p>
          <a:p>
            <a:r>
              <a:rPr lang="en-IN" b="0" i="0" dirty="0" err="1">
                <a:solidFill>
                  <a:srgbClr val="FFFFFF"/>
                </a:solidFill>
                <a:latin typeface="Aptos"/>
              </a:rPr>
              <a:t>Kanapuram</a:t>
            </a:r>
            <a:r>
              <a:rPr lang="en-IN" b="0" i="0" dirty="0">
                <a:solidFill>
                  <a:srgbClr val="FFFFFF"/>
                </a:solidFill>
                <a:latin typeface="Aptos"/>
              </a:rPr>
              <a:t> Akshitha – </a:t>
            </a:r>
            <a:r>
              <a:rPr lang="en-IN" dirty="0">
                <a:solidFill>
                  <a:srgbClr val="FFFFFF"/>
                </a:solidFill>
                <a:latin typeface="Aptos"/>
              </a:rPr>
              <a:t>25MVCSMR0126</a:t>
            </a:r>
            <a:endParaRPr lang="en-IN" b="0" i="0" dirty="0">
              <a:solidFill>
                <a:srgbClr val="FFFFFF"/>
              </a:solidFill>
              <a:latin typeface="Aptos"/>
            </a:endParaRPr>
          </a:p>
          <a:p>
            <a:r>
              <a:rPr lang="en-IN" dirty="0">
                <a:solidFill>
                  <a:srgbClr val="FFFFFF"/>
                </a:solidFill>
                <a:latin typeface="Aptos"/>
              </a:rPr>
              <a:t>Kothakonda Jahnavi – 25MVCSMR0133</a:t>
            </a:r>
          </a:p>
          <a:p>
            <a:r>
              <a:rPr lang="en-IN" b="0" i="0" dirty="0" err="1">
                <a:solidFill>
                  <a:srgbClr val="FFFFFF"/>
                </a:solidFill>
                <a:latin typeface="Aptos"/>
              </a:rPr>
              <a:t>Kumbham</a:t>
            </a:r>
            <a:r>
              <a:rPr lang="en-IN" b="0" i="0" dirty="0">
                <a:solidFill>
                  <a:srgbClr val="FFFFFF"/>
                </a:solidFill>
                <a:latin typeface="Aptos"/>
              </a:rPr>
              <a:t> Renu - </a:t>
            </a:r>
            <a:r>
              <a:rPr lang="en-IN" dirty="0">
                <a:solidFill>
                  <a:srgbClr val="FFFFFF"/>
                </a:solidFill>
                <a:latin typeface="Aptos"/>
              </a:rPr>
              <a:t>25MVCSMR0136</a:t>
            </a:r>
          </a:p>
          <a:p>
            <a:endParaRPr lang="en-IN" sz="1300" dirty="0">
              <a:solidFill>
                <a:srgbClr val="FFFFFF"/>
              </a:solidFill>
              <a:latin typeface="Apto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F63EBCC-3DF5-1DF4-BF50-B80F749EA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" y="0"/>
            <a:ext cx="12191694" cy="1830813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9235440" y="914400"/>
            <a:ext cx="914400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 i="0">
                <a:solidFill>
                  <a:srgbClr val="142337"/>
                </a:solidFill>
                <a:latin typeface="Aptos"/>
              </a:rPr>
              <a:t>Problem statement &amp;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731520" cy="54864"/>
          </a:xfrm>
          <a:prstGeom prst="rect">
            <a:avLst/>
          </a:prstGeom>
          <a:solidFill>
            <a:srgbClr val="C43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536192" y="914400"/>
            <a:ext cx="6400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 i="0">
                <a:solidFill>
                  <a:srgbClr val="66717D"/>
                </a:solidFill>
                <a:latin typeface="Aptos"/>
              </a:rPr>
              <a:t>THE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4389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1" i="0">
                <a:solidFill>
                  <a:srgbClr val="142337"/>
                </a:solidFill>
                <a:latin typeface="Aptos"/>
              </a:rPr>
              <a:t>The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4937760" cy="1325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 i="0">
                <a:solidFill>
                  <a:srgbClr val="2B3440"/>
                </a:solidFill>
                <a:latin typeface="Aptos"/>
              </a:rPr>
              <a:t>Blood donation drives can be difficult to coordinate when campaign details and donor records are spread across posters, messages, and spreadsheets.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417320"/>
            <a:ext cx="4389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1" i="0">
                <a:solidFill>
                  <a:srgbClr val="142337"/>
                </a:solidFill>
                <a:latin typeface="Aptos"/>
              </a:rPr>
              <a:t>Our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874519"/>
            <a:ext cx="5029200" cy="1325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 i="0">
                <a:solidFill>
                  <a:srgbClr val="2B3440"/>
                </a:solidFill>
                <a:latin typeface="Aptos"/>
              </a:rPr>
              <a:t>A single web platform where organizers can publish campaigns and manage records, while visitors can discover drives by date and location.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9476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6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3931920"/>
            <a:ext cx="54864" cy="1097280"/>
          </a:xfrm>
          <a:prstGeom prst="rect">
            <a:avLst/>
          </a:prstGeom>
          <a:solidFill>
            <a:srgbClr val="C43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24128" y="3959352"/>
            <a:ext cx="2971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142337"/>
                </a:solidFill>
                <a:latin typeface="Aptos"/>
              </a:rPr>
              <a:t>Campaign details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4389120"/>
            <a:ext cx="2971800" cy="6766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2B3440"/>
                </a:solidFill>
                <a:latin typeface="Aptos"/>
              </a:rPr>
              <a:t>Keep dates, venues, and status in one place.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379476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6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434840" y="3931920"/>
            <a:ext cx="54864" cy="1097280"/>
          </a:xfrm>
          <a:prstGeom prst="rect">
            <a:avLst/>
          </a:prstGeom>
          <a:solidFill>
            <a:srgbClr val="278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36007" y="3959352"/>
            <a:ext cx="2971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142337"/>
                </a:solidFill>
                <a:latin typeface="Aptos"/>
              </a:rPr>
              <a:t>Donor records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7" y="4389120"/>
            <a:ext cx="2971800" cy="6766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2B3440"/>
                </a:solidFill>
                <a:latin typeface="Aptos"/>
              </a:rPr>
              <a:t>Organize donor information with restricted access.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379476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6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46720" y="3931920"/>
            <a:ext cx="54864" cy="1097280"/>
          </a:xfrm>
          <a:prstGeom prst="rect">
            <a:avLst/>
          </a:prstGeom>
          <a:solidFill>
            <a:srgbClr val="EC6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47888" y="3959352"/>
            <a:ext cx="2971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142337"/>
                </a:solidFill>
                <a:latin typeface="Aptos"/>
              </a:rPr>
              <a:t>Easy updates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4389120"/>
            <a:ext cx="2971800" cy="6766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2B3440"/>
                </a:solidFill>
                <a:latin typeface="Aptos"/>
              </a:rPr>
              <a:t>View and update records without maintaining separate lists.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623560"/>
            <a:ext cx="104241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1">
                <a:solidFill>
                  <a:srgbClr val="66717D"/>
                </a:solidFill>
                <a:latin typeface="Aptos"/>
              </a:rPr>
              <a:t>The app supports coordination; medical eligibility and blood collection remain the responsibility of qualified professionals.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 i="0">
                <a:solidFill>
                  <a:srgbClr val="142337"/>
                </a:solidFill>
                <a:latin typeface="Aptos"/>
              </a:rPr>
              <a:t>Objectives &amp; user roles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731520" cy="54864"/>
          </a:xfrm>
          <a:prstGeom prst="rect">
            <a:avLst/>
          </a:prstGeom>
          <a:solidFill>
            <a:srgbClr val="C43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536192" y="914400"/>
            <a:ext cx="6400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 i="0">
                <a:solidFill>
                  <a:srgbClr val="66717D"/>
                </a:solidFill>
                <a:latin typeface="Aptos"/>
              </a:rPr>
              <a:t>WHAT THE SYSTEM SHOULD 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63040"/>
            <a:ext cx="51663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6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600200"/>
            <a:ext cx="54864" cy="3337560"/>
          </a:xfrm>
          <a:prstGeom prst="rect">
            <a:avLst/>
          </a:prstGeom>
          <a:solidFill>
            <a:srgbClr val="C43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1627632"/>
            <a:ext cx="48006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142337"/>
                </a:solidFill>
                <a:latin typeface="Aptos"/>
              </a:rPr>
              <a:t>Project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057400"/>
            <a:ext cx="4800600" cy="29169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0">
                <a:solidFill>
                  <a:srgbClr val="2B3440"/>
                </a:solidFill>
                <a:latin typeface="Aptos"/>
              </a:rPr>
              <a:t>• Demonstrate MERN stack development
• Implement Create, Read, Update, Delete (CRUD)
• Build REST APIs with Node.js and Express
• Create a clear React interface
• Add authentication and role-based access where required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1663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6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600200"/>
            <a:ext cx="54864" cy="1234439"/>
          </a:xfrm>
          <a:prstGeom prst="rect">
            <a:avLst/>
          </a:prstGeom>
          <a:solidFill>
            <a:srgbClr val="278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1627632"/>
            <a:ext cx="48006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142337"/>
                </a:solidFill>
                <a:latin typeface="Aptos"/>
              </a:rPr>
              <a:t>Visitor / donor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057400"/>
            <a:ext cx="4800600" cy="81381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2B3440"/>
                </a:solidFill>
                <a:latin typeface="Aptos"/>
              </a:rPr>
              <a:t>View campaign details and submit interest or registration.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246120"/>
            <a:ext cx="51663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6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3383279"/>
            <a:ext cx="54864" cy="1234439"/>
          </a:xfrm>
          <a:prstGeom prst="rect">
            <a:avLst/>
          </a:prstGeom>
          <a:solidFill>
            <a:srgbClr val="EC6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19088" y="3410712"/>
            <a:ext cx="48006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142337"/>
                </a:solidFill>
                <a:latin typeface="Aptos"/>
              </a:rPr>
              <a:t>Campaign organizer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840480"/>
            <a:ext cx="4800600" cy="81381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2B3440"/>
                </a:solidFill>
                <a:latin typeface="Aptos"/>
              </a:rPr>
              <a:t>Create and edit drives, and review registrations.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5166360"/>
            <a:ext cx="4846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1">
                <a:solidFill>
                  <a:srgbClr val="66717D"/>
                </a:solidFill>
                <a:latin typeface="Aptos"/>
              </a:rPr>
              <a:t>Administrator access can be added to manage user roles and system records.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 i="0">
                <a:solidFill>
                  <a:srgbClr val="142337"/>
                </a:solidFill>
                <a:latin typeface="Aptos"/>
              </a:rPr>
              <a:t>Workflow &amp;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731520" cy="54864"/>
          </a:xfrm>
          <a:prstGeom prst="rect">
            <a:avLst/>
          </a:prstGeom>
          <a:solidFill>
            <a:srgbClr val="C43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536192" y="914400"/>
            <a:ext cx="6400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 i="0">
                <a:solidFill>
                  <a:srgbClr val="66717D"/>
                </a:solidFill>
                <a:latin typeface="Aptos"/>
              </a:rPr>
              <a:t>HOW IT WORKS</a:t>
            </a:r>
          </a:p>
        </p:txBody>
      </p:sp>
      <p:sp>
        <p:nvSpPr>
          <p:cNvPr id="7" name="Oval 6"/>
          <p:cNvSpPr/>
          <p:nvPr/>
        </p:nvSpPr>
        <p:spPr>
          <a:xfrm>
            <a:off x="1508760" y="1600200"/>
            <a:ext cx="566928" cy="566928"/>
          </a:xfrm>
          <a:prstGeom prst="ellipse">
            <a:avLst/>
          </a:prstGeom>
          <a:solidFill>
            <a:srgbClr val="C43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17904" y="1764792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2331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6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2468879"/>
            <a:ext cx="54864" cy="1234439"/>
          </a:xfrm>
          <a:prstGeom prst="rect">
            <a:avLst/>
          </a:prstGeom>
          <a:solidFill>
            <a:srgbClr val="C43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2496312"/>
            <a:ext cx="19659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142337"/>
                </a:solidFill>
                <a:latin typeface="Aptos"/>
              </a:rPr>
              <a:t>React 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926079"/>
            <a:ext cx="1965960" cy="81381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2B3440"/>
                </a:solidFill>
                <a:latin typeface="Aptos"/>
              </a:rPr>
              <a:t>User views campaigns or submits a 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2852928"/>
            <a:ext cx="3657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 i="0">
                <a:solidFill>
                  <a:srgbClr val="C4303E"/>
                </a:solidFill>
                <a:latin typeface="Aptos"/>
              </a:rP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4416552" y="1600200"/>
            <a:ext cx="566928" cy="566928"/>
          </a:xfrm>
          <a:prstGeom prst="ellipse">
            <a:avLst/>
          </a:prstGeom>
          <a:solidFill>
            <a:srgbClr val="C43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25696" y="1764792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47872" y="2331720"/>
            <a:ext cx="2331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6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547872" y="2468879"/>
            <a:ext cx="54864" cy="1234439"/>
          </a:xfrm>
          <a:prstGeom prst="rect">
            <a:avLst/>
          </a:prstGeom>
          <a:solidFill>
            <a:srgbClr val="278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49039" y="2496312"/>
            <a:ext cx="19659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142337"/>
                </a:solidFill>
                <a:latin typeface="Aptos"/>
              </a:rPr>
              <a:t>Express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2926079"/>
            <a:ext cx="1965960" cy="81381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2B3440"/>
                </a:solidFill>
                <a:latin typeface="Aptos"/>
              </a:rPr>
              <a:t>Routes validate and process requests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852928"/>
            <a:ext cx="3657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 i="0">
                <a:solidFill>
                  <a:srgbClr val="C4303E"/>
                </a:solidFill>
                <a:latin typeface="Aptos"/>
              </a:rPr>
              <a:t>→</a:t>
            </a:r>
          </a:p>
        </p:txBody>
      </p:sp>
      <p:sp>
        <p:nvSpPr>
          <p:cNvPr id="21" name="Oval 20"/>
          <p:cNvSpPr/>
          <p:nvPr/>
        </p:nvSpPr>
        <p:spPr>
          <a:xfrm>
            <a:off x="7324344" y="1600200"/>
            <a:ext cx="566928" cy="566928"/>
          </a:xfrm>
          <a:prstGeom prst="ellipse">
            <a:avLst/>
          </a:prstGeom>
          <a:solidFill>
            <a:srgbClr val="278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33488" y="1764792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55664" y="2331720"/>
            <a:ext cx="2331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6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55664" y="2468879"/>
            <a:ext cx="54864" cy="1234439"/>
          </a:xfrm>
          <a:prstGeom prst="rect">
            <a:avLst/>
          </a:prstGeom>
          <a:solidFill>
            <a:srgbClr val="EC6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56832" y="2496312"/>
            <a:ext cx="19659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142337"/>
                </a:solidFill>
                <a:latin typeface="Aptos"/>
              </a:rPr>
              <a:t>Node.js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56832" y="2926079"/>
            <a:ext cx="1965960" cy="81381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2B3440"/>
                </a:solidFill>
                <a:latin typeface="Aptos"/>
              </a:rPr>
              <a:t>Runs backend logic and database operations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51392" y="2852928"/>
            <a:ext cx="3657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 i="0">
                <a:solidFill>
                  <a:srgbClr val="C4303E"/>
                </a:solidFill>
                <a:latin typeface="Aptos"/>
              </a:rPr>
              <a:t>→</a:t>
            </a:r>
          </a:p>
        </p:txBody>
      </p:sp>
      <p:sp>
        <p:nvSpPr>
          <p:cNvPr id="28" name="Oval 27"/>
          <p:cNvSpPr/>
          <p:nvPr/>
        </p:nvSpPr>
        <p:spPr>
          <a:xfrm>
            <a:off x="10232136" y="1600200"/>
            <a:ext cx="566928" cy="566928"/>
          </a:xfrm>
          <a:prstGeom prst="ellipse">
            <a:avLst/>
          </a:prstGeom>
          <a:solidFill>
            <a:srgbClr val="278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241280" y="1764792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63456" y="2331720"/>
            <a:ext cx="2331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6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363456" y="2468879"/>
            <a:ext cx="54864" cy="1234439"/>
          </a:xfrm>
          <a:prstGeom prst="rect">
            <a:avLst/>
          </a:prstGeom>
          <a:solidFill>
            <a:srgbClr val="5B7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564624" y="2496312"/>
            <a:ext cx="19659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142337"/>
                </a:solidFill>
                <a:latin typeface="Aptos"/>
              </a:rPr>
              <a:t>MongoDB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64624" y="2926079"/>
            <a:ext cx="1965960" cy="81381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2B3440"/>
                </a:solidFill>
                <a:latin typeface="Aptos"/>
              </a:rPr>
              <a:t>Stores campaigns, donors, and registrations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617720"/>
            <a:ext cx="103327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1" i="0">
                <a:solidFill>
                  <a:srgbClr val="142337"/>
                </a:solidFill>
                <a:latin typeface="Aptos"/>
              </a:rPr>
              <a:t>Example: React sends a request → Express handles the route → backend reads or updates MongoDB → React displays the response.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577840"/>
            <a:ext cx="10332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 i="0">
                <a:solidFill>
                  <a:srgbClr val="C4303E"/>
                </a:solidFill>
                <a:latin typeface="Aptos"/>
              </a:rPr>
              <a:t>Never expose database credentials or secret keys in frontend code.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 i="0">
                <a:solidFill>
                  <a:srgbClr val="142337"/>
                </a:solidFill>
                <a:latin typeface="Aptos"/>
              </a:rPr>
              <a:t>MERN stack &amp; database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731520" cy="54864"/>
          </a:xfrm>
          <a:prstGeom prst="rect">
            <a:avLst/>
          </a:prstGeom>
          <a:solidFill>
            <a:srgbClr val="C43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536192" y="914400"/>
            <a:ext cx="6400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 i="0">
                <a:solidFill>
                  <a:srgbClr val="66717D"/>
                </a:solidFill>
                <a:latin typeface="Aptos"/>
              </a:rPr>
              <a:t>TOOLS AND RECORDS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17320"/>
            <a:ext cx="2834640" cy="749808"/>
          </a:xfrm>
          <a:prstGeom prst="roundRect">
            <a:avLst/>
          </a:prstGeom>
          <a:solidFill>
            <a:srgbClr val="388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2560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ptos"/>
              </a:rPr>
              <a:t>React.js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1572768"/>
            <a:ext cx="704088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0">
                <a:solidFill>
                  <a:srgbClr val="2B3440"/>
                </a:solidFill>
                <a:latin typeface="Aptos"/>
              </a:rPr>
              <a:t>Frontend pages, forms, campaign list, and dashboard.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68880"/>
            <a:ext cx="2834640" cy="749808"/>
          </a:xfrm>
          <a:prstGeom prst="roundRect">
            <a:avLst/>
          </a:prstGeom>
          <a:solidFill>
            <a:srgbClr val="C43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670048"/>
            <a:ext cx="2560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ptos"/>
              </a:rPr>
              <a:t>Node.js + Express.js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2624328"/>
            <a:ext cx="704088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0">
                <a:solidFill>
                  <a:srgbClr val="2B3440"/>
                </a:solidFill>
                <a:latin typeface="Aptos"/>
              </a:rPr>
              <a:t>Backend logic, REST endpoints, validation, and access checks.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520439"/>
            <a:ext cx="2834640" cy="749808"/>
          </a:xfrm>
          <a:prstGeom prst="roundRect">
            <a:avLst/>
          </a:prstGeom>
          <a:solidFill>
            <a:srgbClr val="278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3721607"/>
            <a:ext cx="2560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ptos"/>
              </a:rPr>
              <a:t>MongoDB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3675887"/>
            <a:ext cx="704088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0">
                <a:solidFill>
                  <a:srgbClr val="2B3440"/>
                </a:solidFill>
                <a:latin typeface="Aptos"/>
              </a:rPr>
              <a:t>Document database for campaign, donor, registration, and user records.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754880"/>
            <a:ext cx="3429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6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" y="4892040"/>
            <a:ext cx="54864" cy="777239"/>
          </a:xfrm>
          <a:prstGeom prst="rect">
            <a:avLst/>
          </a:prstGeom>
          <a:solidFill>
            <a:srgbClr val="C43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24128" y="4919472"/>
            <a:ext cx="3063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142337"/>
                </a:solidFill>
                <a:latin typeface="Aptos"/>
              </a:rPr>
              <a:t>Campaign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5349240"/>
            <a:ext cx="3063240" cy="35661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2B3440"/>
                </a:solidFill>
                <a:latin typeface="Aptos"/>
              </a:rPr>
              <a:t>Title, date, venue, organizer, status.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4754880"/>
            <a:ext cx="3429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6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89120" y="4892040"/>
            <a:ext cx="54864" cy="777239"/>
          </a:xfrm>
          <a:prstGeom prst="rect">
            <a:avLst/>
          </a:prstGeom>
          <a:solidFill>
            <a:srgbClr val="278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90288" y="4919472"/>
            <a:ext cx="3063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142337"/>
                </a:solidFill>
                <a:latin typeface="Aptos"/>
              </a:rPr>
              <a:t>Donor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5349240"/>
            <a:ext cx="3063240" cy="35661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2B3440"/>
                </a:solidFill>
                <a:latin typeface="Aptos"/>
              </a:rPr>
              <a:t>Name, blood group, contact details.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79" y="4754880"/>
            <a:ext cx="3429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6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955279" y="4892040"/>
            <a:ext cx="54864" cy="777239"/>
          </a:xfrm>
          <a:prstGeom prst="rect">
            <a:avLst/>
          </a:prstGeom>
          <a:solidFill>
            <a:srgbClr val="EC6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56448" y="4919472"/>
            <a:ext cx="3063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142337"/>
                </a:solidFill>
                <a:latin typeface="Aptos"/>
              </a:rPr>
              <a:t>Registration / User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56448" y="5349240"/>
            <a:ext cx="3063240" cy="35661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2B3440"/>
                </a:solidFill>
                <a:latin typeface="Aptos"/>
              </a:rPr>
              <a:t>Campaign link, status, role, secure password hash.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 i="0">
                <a:solidFill>
                  <a:srgbClr val="142337"/>
                </a:solidFill>
                <a:latin typeface="Aptos"/>
              </a:rPr>
              <a:t>CRUD operations &amp; REST APIs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731520" cy="54864"/>
          </a:xfrm>
          <a:prstGeom prst="rect">
            <a:avLst/>
          </a:prstGeom>
          <a:solidFill>
            <a:srgbClr val="C43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536192" y="914400"/>
            <a:ext cx="6400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 i="0">
                <a:solidFill>
                  <a:srgbClr val="66717D"/>
                </a:solidFill>
                <a:latin typeface="Aptos"/>
              </a:rPr>
              <a:t>CORE FUNCTIONALITY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53312"/>
            <a:ext cx="108813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508760"/>
            <a:ext cx="1371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C4303E"/>
                </a:solidFill>
                <a:latin typeface="Aptos"/>
              </a:rPr>
              <a:t>CREATE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508760"/>
            <a:ext cx="1783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142337"/>
                </a:solidFill>
                <a:latin typeface="Aptos"/>
              </a:rPr>
              <a:t>POST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1508760"/>
            <a:ext cx="23774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278269"/>
                </a:solidFill>
                <a:latin typeface="Aptos"/>
              </a:rPr>
              <a:t>/api/campaigns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444752"/>
            <a:ext cx="4892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2B3440"/>
                </a:solidFill>
                <a:latin typeface="Aptos"/>
              </a:rPr>
              <a:t>Add a campaign after validating required fields.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066543"/>
            <a:ext cx="10881360" cy="621792"/>
          </a:xfrm>
          <a:prstGeom prst="rect">
            <a:avLst/>
          </a:prstGeom>
          <a:solidFill>
            <a:srgbClr val="F2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2221991"/>
            <a:ext cx="1371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C4303E"/>
                </a:solidFill>
                <a:latin typeface="Aptos"/>
              </a:rPr>
              <a:t>READ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2221991"/>
            <a:ext cx="1783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142337"/>
                </a:solidFill>
                <a:latin typeface="Aptos"/>
              </a:rPr>
              <a:t>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2221991"/>
            <a:ext cx="23774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278269"/>
                </a:solidFill>
                <a:latin typeface="Aptos"/>
              </a:rPr>
              <a:t>/api/campaigns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157984"/>
            <a:ext cx="4892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2B3440"/>
                </a:solidFill>
                <a:latin typeface="Aptos"/>
              </a:rPr>
              <a:t>List campaigns; filter by date, location, or status.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79776"/>
            <a:ext cx="108813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2935224"/>
            <a:ext cx="1371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C4303E"/>
                </a:solidFill>
                <a:latin typeface="Aptos"/>
              </a:rPr>
              <a:t>READ 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2935224"/>
            <a:ext cx="1783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142337"/>
                </a:solidFill>
                <a:latin typeface="Aptos"/>
              </a:rPr>
              <a:t>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2935224"/>
            <a:ext cx="23774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278269"/>
                </a:solidFill>
                <a:latin typeface="Aptos"/>
              </a:rPr>
              <a:t>/api/campaigns/:id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871216"/>
            <a:ext cx="4892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2B3440"/>
                </a:solidFill>
                <a:latin typeface="Aptos"/>
              </a:rPr>
              <a:t>View one campaign's details.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93008"/>
            <a:ext cx="10881360" cy="621792"/>
          </a:xfrm>
          <a:prstGeom prst="rect">
            <a:avLst/>
          </a:prstGeom>
          <a:solidFill>
            <a:srgbClr val="F2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3648456"/>
            <a:ext cx="1371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C4303E"/>
                </a:solidFill>
                <a:latin typeface="Aptos"/>
              </a:rPr>
              <a:t>UPDATE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3648456"/>
            <a:ext cx="1783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142337"/>
                </a:solidFill>
                <a:latin typeface="Aptos"/>
              </a:rPr>
              <a:t>PUT / PATCH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39" y="3648456"/>
            <a:ext cx="23774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278269"/>
                </a:solidFill>
                <a:latin typeface="Aptos"/>
              </a:rPr>
              <a:t>/api/campaigns/:id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584448"/>
            <a:ext cx="4892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2B3440"/>
                </a:solidFill>
                <a:latin typeface="Aptos"/>
              </a:rPr>
              <a:t>Edit details or change campaign status.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06240"/>
            <a:ext cx="108813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4672" y="4361688"/>
            <a:ext cx="1371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C4303E"/>
                </a:solidFill>
                <a:latin typeface="Aptos"/>
              </a:rPr>
              <a:t>DELETE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4560" y="4361688"/>
            <a:ext cx="1783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142337"/>
                </a:solidFill>
                <a:latin typeface="Aptos"/>
              </a:rPr>
              <a:t>DELETE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7639" y="4361688"/>
            <a:ext cx="23774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278269"/>
                </a:solidFill>
                <a:latin typeface="Aptos"/>
              </a:rPr>
              <a:t>/api/campaigns/:id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297679"/>
            <a:ext cx="4892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2B3440"/>
                </a:solidFill>
                <a:latin typeface="Aptos"/>
              </a:rPr>
              <a:t>Delete only when the user is authorized.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919472"/>
            <a:ext cx="10881360" cy="621792"/>
          </a:xfrm>
          <a:prstGeom prst="rect">
            <a:avLst/>
          </a:prstGeom>
          <a:solidFill>
            <a:srgbClr val="F2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4672" y="5074920"/>
            <a:ext cx="1371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C4303E"/>
                </a:solidFill>
                <a:latin typeface="Aptos"/>
              </a:rPr>
              <a:t>DONORS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94560" y="5074920"/>
            <a:ext cx="1783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142337"/>
                </a:solidFill>
                <a:latin typeface="Aptos"/>
              </a:rPr>
              <a:t>GET / POST / PATCH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77639" y="5074920"/>
            <a:ext cx="23774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278269"/>
                </a:solidFill>
                <a:latin typeface="Aptos"/>
              </a:rPr>
              <a:t>/api/donors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5010912"/>
            <a:ext cx="4892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2B3440"/>
                </a:solidFill>
                <a:latin typeface="Aptos"/>
              </a:rPr>
              <a:t>Maintain donor records with restricted access.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66717D"/>
                </a:solidFill>
                <a:latin typeface="Aptos"/>
              </a:rPr>
              <a:t>Use server-side validation and clear HTTP responses, such as 201 Created, 400 Bad Request, 401 Unauthorized, and 404 Not Found.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 i="0">
                <a:solidFill>
                  <a:srgbClr val="142337"/>
                </a:solidFill>
                <a:latin typeface="Aptos"/>
              </a:rPr>
              <a:t>Security, interface &amp; testing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731520" cy="54864"/>
          </a:xfrm>
          <a:prstGeom prst="rect">
            <a:avLst/>
          </a:prstGeom>
          <a:solidFill>
            <a:srgbClr val="C43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536192" y="914400"/>
            <a:ext cx="6400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 i="0">
                <a:solidFill>
                  <a:srgbClr val="66717D"/>
                </a:solidFill>
                <a:latin typeface="Aptos"/>
              </a:rPr>
              <a:t>QUALITY AND TRUST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63040"/>
            <a:ext cx="34290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6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600200"/>
            <a:ext cx="54864" cy="3063240"/>
          </a:xfrm>
          <a:prstGeom prst="rect">
            <a:avLst/>
          </a:prstGeom>
          <a:solidFill>
            <a:srgbClr val="C43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1627632"/>
            <a:ext cx="3063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142337"/>
                </a:solidFill>
                <a:latin typeface="Aptos"/>
              </a:rPr>
              <a:t>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057400"/>
            <a:ext cx="3063240" cy="264261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2B3440"/>
                </a:solidFill>
                <a:latin typeface="Aptos"/>
              </a:rPr>
              <a:t>• Hash passwords
• Restrict organizer/admin actions
• Validate all inputs on the server
• Protect donor contact details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63040"/>
            <a:ext cx="34290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6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600200"/>
            <a:ext cx="54864" cy="3063240"/>
          </a:xfrm>
          <a:prstGeom prst="rect">
            <a:avLst/>
          </a:prstGeom>
          <a:solidFill>
            <a:srgbClr val="278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627632"/>
            <a:ext cx="3063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142337"/>
                </a:solidFill>
                <a:latin typeface="Aptos"/>
              </a:rPr>
              <a:t>User interface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057400"/>
            <a:ext cx="3063240" cy="264261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2B3440"/>
                </a:solidFill>
                <a:latin typeface="Aptos"/>
              </a:rPr>
              <a:t>• Upcoming campaign cards
• Search by date or location
• Simple registration form
• Organizer dashboard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463040"/>
            <a:ext cx="34290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6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01000" y="1600200"/>
            <a:ext cx="54864" cy="3063240"/>
          </a:xfrm>
          <a:prstGeom prst="rect">
            <a:avLst/>
          </a:prstGeom>
          <a:solidFill>
            <a:srgbClr val="EC6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02168" y="1627632"/>
            <a:ext cx="3063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142337"/>
                </a:solidFill>
                <a:latin typeface="Aptos"/>
              </a:rPr>
              <a:t>Testing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8" y="2057400"/>
            <a:ext cx="3063240" cy="264261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2B3440"/>
                </a:solidFill>
                <a:latin typeface="Aptos"/>
              </a:rPr>
              <a:t>• Test all CRUD actions
• Check missing or invalid fields
• Confirm data persists
• Verify unauthorized edits are blocked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394960"/>
            <a:ext cx="103327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142337"/>
                </a:solidFill>
                <a:latin typeface="Aptos"/>
              </a:rPr>
              <a:t>For a classroom demo, use sample records rather than real personal or medical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3EC063-3D4C-9783-7866-C67EBA508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44796FB-C1F3-5AA3-9E99-C2BC6974D0D2}"/>
              </a:ext>
            </a:extLst>
          </p:cNvPr>
          <p:cNvSpPr/>
          <p:nvPr/>
        </p:nvSpPr>
        <p:spPr>
          <a:xfrm>
            <a:off x="730623" y="1662953"/>
            <a:ext cx="9950824" cy="3406588"/>
          </a:xfrm>
          <a:prstGeom prst="rect">
            <a:avLst/>
          </a:prstGeom>
          <a:solidFill>
            <a:srgbClr val="EC6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AB5FB3-3E1E-2ACD-649A-5D629784D272}"/>
              </a:ext>
            </a:extLst>
          </p:cNvPr>
          <p:cNvSpPr txBox="1"/>
          <p:nvPr/>
        </p:nvSpPr>
        <p:spPr>
          <a:xfrm>
            <a:off x="2465295" y="3218328"/>
            <a:ext cx="687592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Aptos"/>
              </a:rPr>
              <a:t>1</a:t>
            </a:r>
            <a:r>
              <a:rPr lang="en-US" dirty="0">
                <a:latin typeface="Aptos"/>
              </a:rPr>
              <a:t> Campaign information is organized in one place</a:t>
            </a:r>
            <a:br>
              <a:rPr lang="en-US" dirty="0">
                <a:latin typeface="Aptos"/>
              </a:rPr>
            </a:br>
            <a:br>
              <a:rPr lang="en-US" dirty="0">
                <a:latin typeface="Aptos"/>
              </a:rPr>
            </a:br>
            <a:r>
              <a:rPr lang="en-US" dirty="0">
                <a:solidFill>
                  <a:srgbClr val="002060"/>
                </a:solidFill>
                <a:latin typeface="Aptos"/>
              </a:rPr>
              <a:t>2</a:t>
            </a:r>
            <a:r>
              <a:rPr lang="en-US" dirty="0">
                <a:latin typeface="Aptos"/>
              </a:rPr>
              <a:t> Records can be created, viewed, updated, and managed</a:t>
            </a:r>
            <a:br>
              <a:rPr lang="en-US" dirty="0">
                <a:latin typeface="Aptos"/>
              </a:rPr>
            </a:br>
            <a:br>
              <a:rPr lang="en-US" dirty="0">
                <a:latin typeface="Aptos"/>
              </a:rPr>
            </a:br>
            <a:r>
              <a:rPr lang="en-US" dirty="0">
                <a:solidFill>
                  <a:srgbClr val="002060"/>
                </a:solidFill>
                <a:latin typeface="Aptos"/>
              </a:rPr>
              <a:t>3 </a:t>
            </a:r>
            <a:r>
              <a:rPr lang="en-US" dirty="0">
                <a:latin typeface="Aptos"/>
              </a:rPr>
              <a:t>Privacy and role-based access are important</a:t>
            </a: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0E6C918-A42C-7793-4695-DB9A8FC801B2}"/>
              </a:ext>
            </a:extLst>
          </p:cNvPr>
          <p:cNvSpPr txBox="1"/>
          <p:nvPr/>
        </p:nvSpPr>
        <p:spPr>
          <a:xfrm>
            <a:off x="1618667" y="1873624"/>
            <a:ext cx="89546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dirty="0">
                <a:latin typeface="Aptos"/>
              </a:rPr>
              <a:t>The Community Blood Donation Campaign platform helps organize drives, coordinate donor   registrations, and demonstrate a complete MERN-stack workflow</a:t>
            </a:r>
            <a:r>
              <a:rPr lang="en-US" sz="1800" b="0" i="0" dirty="0">
                <a:solidFill>
                  <a:srgbClr val="DCE4EC"/>
                </a:solidFill>
                <a:latin typeface="Aptos"/>
              </a:rPr>
              <a:t>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F41B1C6-8A2D-12F4-7EB0-5C3FA12E1C86}"/>
              </a:ext>
            </a:extLst>
          </p:cNvPr>
          <p:cNvSpPr txBox="1"/>
          <p:nvPr/>
        </p:nvSpPr>
        <p:spPr>
          <a:xfrm>
            <a:off x="2949388" y="85248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solidFill>
                  <a:srgbClr val="FF0000"/>
                </a:solidFill>
                <a:latin typeface="Aptos"/>
              </a:rPr>
              <a:t>          A STRONGER COMMUNITY RESPONSE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046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1,900+ Thank You Presentation Stock Photos and Royalty-Free Pictures -  iStock">
            <a:extLst>
              <a:ext uri="{FF2B5EF4-FFF2-40B4-BE49-F238E27FC236}">
                <a16:creationId xmlns:a16="http://schemas.microsoft.com/office/drawing/2014/main" id="{970826C7-26BA-5D11-FF02-B299CCE7B5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74796"/>
            <a:ext cx="12192000" cy="6968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18465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</TotalTime>
  <Words>690</Words>
  <Application>Microsoft Office PowerPoint</Application>
  <PresentationFormat>Widescreen</PresentationFormat>
  <Paragraphs>100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Community Blood Donation Campaign — 8 Slide MERN Stack Presentation</dc:title>
  <dc:subject>Student project presentation</dc:subject>
  <dc:creator>OpenAI</dc:creator>
  <cp:keywords/>
  <dc:description>generated using python-pptx</dc:description>
  <cp:lastModifiedBy>Ganesh Ganesh</cp:lastModifiedBy>
  <cp:revision>2</cp:revision>
  <dcterms:created xsi:type="dcterms:W3CDTF">2013-01-27T09:14:16Z</dcterms:created>
  <dcterms:modified xsi:type="dcterms:W3CDTF">2026-10-10T05:38:03Z</dcterms:modified>
  <cp:category/>
</cp:coreProperties>
</file>